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A Textual Password Manager</a:t>
            </a:r>
          </a:p>
          <a:p>
            <a:pPr>
              <a:spcAft>
                <a:spcPts val="1000"/>
              </a:spcAft>
              <a:defRPr sz="2400"/>
            </a:pPr>
            <a:r>
              <a:t>Subject: Design Thinking and Idea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Increasing number of digital accounts</a:t>
            </a:r>
          </a:p>
          <a:p>
            <a:pPr>
              <a:spcAft>
                <a:spcPts val="1000"/>
              </a:spcAft>
              <a:defRPr sz="2400"/>
            </a:pPr>
            <a:r>
              <a:t>Hard to remember strong passwords</a:t>
            </a:r>
          </a:p>
          <a:p>
            <a:pPr>
              <a:spcAft>
                <a:spcPts val="1000"/>
              </a:spcAft>
              <a:defRPr sz="2400"/>
            </a:pPr>
            <a:r>
              <a:t>Risk of data breaches</a:t>
            </a:r>
          </a:p>
          <a:p>
            <a:pPr>
              <a:spcAft>
                <a:spcPts val="1000"/>
              </a:spcAft>
              <a:defRPr sz="2400"/>
            </a:pPr>
            <a:r>
              <a:t>Lack of secure yet simple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Thinking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Empathize → Define → Ideate → Prototype →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Empathize &amp; Define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Need for strong security</a:t>
            </a:r>
          </a:p>
          <a:p>
            <a:pPr>
              <a:spcAft>
                <a:spcPts val="1000"/>
              </a:spcAft>
              <a:defRPr sz="2400"/>
            </a:pPr>
            <a:r>
              <a:t>Desire for simplicity</a:t>
            </a:r>
          </a:p>
          <a:p>
            <a:pPr>
              <a:spcAft>
                <a:spcPts val="1000"/>
              </a:spcAft>
              <a:defRPr sz="2400"/>
            </a:pPr>
            <a:r>
              <a:t>Preference for lightweight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Textual-based password manager</a:t>
            </a:r>
          </a:p>
          <a:p>
            <a:pPr>
              <a:spcAft>
                <a:spcPts val="1000"/>
              </a:spcAft>
              <a:defRPr sz="2400"/>
            </a:pPr>
            <a:r>
              <a:t>Security &amp; Extra security questions</a:t>
            </a:r>
          </a:p>
          <a:p>
            <a:pPr>
              <a:spcAft>
                <a:spcPts val="1000"/>
              </a:spcAft>
              <a:defRPr sz="2400"/>
            </a:pPr>
            <a:r>
              <a:t>Easy Add/View/Edit/Delete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SecurePass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A secure, lightweight password manager</a:t>
            </a:r>
          </a:p>
          <a:p>
            <a:pPr>
              <a:spcAft>
                <a:spcPts val="1000"/>
              </a:spcAft>
              <a:defRPr sz="2400"/>
            </a:pPr>
            <a:r>
              <a:t>Built using Textual TUI and plain text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➕ Add Password</a:t>
            </a:r>
          </a:p>
          <a:p>
            <a:pPr>
              <a:spcAft>
                <a:spcPts val="1000"/>
              </a:spcAft>
              <a:defRPr sz="2400"/>
            </a:pPr>
            <a:r>
              <a:t>👀 View Password (after verification)</a:t>
            </a:r>
          </a:p>
          <a:p>
            <a:pPr>
              <a:spcAft>
                <a:spcPts val="1000"/>
              </a:spcAft>
              <a:defRPr sz="2400"/>
            </a:pPr>
            <a:r>
              <a:t>📝 Edit Password (after verification)</a:t>
            </a:r>
          </a:p>
          <a:p>
            <a:pPr>
              <a:spcAft>
                <a:spcPts val="1000"/>
              </a:spcAft>
              <a:defRPr sz="2400"/>
            </a:pPr>
            <a:r>
              <a:t>🗑️ Delete Password (after verification)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User selects option</a:t>
            </a:r>
          </a:p>
          <a:p>
            <a:pPr>
              <a:spcAft>
                <a:spcPts val="1000"/>
              </a:spcAft>
              <a:defRPr sz="2400"/>
            </a:pPr>
            <a:r>
              <a:t>App asks Security Questions</a:t>
            </a:r>
          </a:p>
          <a:p>
            <a:pPr>
              <a:spcAft>
                <a:spcPts val="1000"/>
              </a:spcAft>
              <a:defRPr sz="2400"/>
            </a:pPr>
            <a:r>
              <a:t>On correct answers → allow action</a:t>
            </a:r>
          </a:p>
          <a:p>
            <a:pPr>
              <a:spcAft>
                <a:spcPts val="1000"/>
              </a:spcAft>
              <a:defRPr sz="2400"/>
            </a:pPr>
            <a:r>
              <a:t>Data stored in passwords.txt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First Security Question → Verified</a:t>
            </a:r>
          </a:p>
          <a:p>
            <a:pPr>
              <a:spcAft>
                <a:spcPts val="1000"/>
              </a:spcAft>
              <a:defRPr sz="2400"/>
            </a:pPr>
            <a:r>
              <a:t>Second Extra Security Question → Verified</a:t>
            </a:r>
          </a:p>
          <a:p>
            <a:pPr>
              <a:spcAft>
                <a:spcPts val="1000"/>
              </a:spcAft>
              <a:defRPr sz="2400"/>
            </a:pPr>
            <a:r>
              <a:t>Access Granted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[Insert Screenshots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Importance of User-Centric Design</a:t>
            </a:r>
          </a:p>
          <a:p>
            <a:pPr>
              <a:spcAft>
                <a:spcPts val="1000"/>
              </a:spcAft>
              <a:defRPr sz="2400"/>
            </a:pPr>
            <a:r>
              <a:t>Balancing Security with Simplicity</a:t>
            </a:r>
          </a:p>
          <a:p>
            <a:pPr>
              <a:spcAft>
                <a:spcPts val="1000"/>
              </a:spcAft>
              <a:defRPr sz="2400"/>
            </a:pPr>
            <a:r>
              <a:t>Practical use of Textual library</a:t>
            </a:r>
          </a:p>
          <a:p>
            <a:pPr>
              <a:spcAft>
                <a:spcPts val="1000"/>
              </a:spcAft>
              <a:defRPr sz="2400"/>
            </a:pPr>
            <a:r>
              <a:t>Handling text-based file storage efficiently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Encrypt stored passwords</a:t>
            </a:r>
          </a:p>
          <a:p>
            <a:pPr>
              <a:spcAft>
                <a:spcPts val="1000"/>
              </a:spcAft>
              <a:defRPr sz="2400"/>
            </a:pPr>
            <a:r>
              <a:t>Migrate to GUI</a:t>
            </a:r>
          </a:p>
          <a:p>
            <a:pPr>
              <a:spcAft>
                <a:spcPts val="1000"/>
              </a:spcAft>
              <a:defRPr sz="2400"/>
            </a:pPr>
            <a:r>
              <a:t>Multi-user support</a:t>
            </a:r>
          </a:p>
          <a:p>
            <a:pPr>
              <a:spcAft>
                <a:spcPts val="1000"/>
              </a:spcAft>
              <a:defRPr sz="2400"/>
            </a:pPr>
            <a:r>
              <a:t>Cloud synchronization with encryption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